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"/>
    <p:sldId id="257" r:id="rId2"/>
    <p:sldId id="258" r:id="rId3"/>
    <p:sldId id="259" r:id="rId4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elican 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elican 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elican 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elican 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elican">
  <a:themeElements>
    <a:clrScheme name="Pelican">
      <a:dk1>
        <a:srgbClr val="214C4A"/>
      </a:dk1>
      <a:lt1>
        <a:srgbClr val="FFFAF0"/>
      </a:lt1>
      <a:dk2>
        <a:srgbClr val="4E7069"/>
      </a:dk2>
      <a:lt2>
        <a:srgbClr val="F5F1DF"/>
      </a:lt2>
      <a:accent1>
        <a:srgbClr val="176F72"/>
      </a:accent1>
      <a:accent2>
        <a:srgbClr val="E97755"/>
      </a:accent2>
      <a:accent3>
        <a:srgbClr val="FFC95E"/>
      </a:accent3>
      <a:accent4>
        <a:srgbClr val="8BC48D"/>
      </a:accent4>
      <a:accent5>
        <a:srgbClr val="D9F3F2"/>
      </a:accent5>
      <a:accent6>
        <a:srgbClr val="A9D6A0"/>
      </a:accent6>
      <a:hlink>
        <a:srgbClr val="176F72"/>
      </a:hlink>
      <a:folHlink>
        <a:srgbClr val="E97755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imple">
      <a:fillStyleLst/>
      <a:lnStyleLst/>
      <a:effectStyleLst/>
      <a:bgFillStyleLst/>
    </a:fmtScheme>
  </a:themeElements>
</a:theme>
</file>